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incident is different. Every dashboard is the same. This is WRAITH — the war room that builds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goes wrong you get a static dashboard built months ago for a different crisis, and a wall of unverified chatter.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stopped building dashboards. WRAITH compiles one — for this incident — while the model is still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CrewAI Flow routes the incident. Three agents gather intel with partial knowledge. A Commander who only sees their briefs decides. Parasail streams a schema-locked interface over a WebSocket, and One acts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agent sees everything — exactly like a real incident team. The Commander resolves their disagreement under doctrine.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partner is load-bearing. Switch one off live and the station visibly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engine, different incident, different interface. A judge can type any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swarm plays the Track 1 venue feed — evacuate, evacuate, and it refuses to escalate the human-crowd control tick. Zero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Halloween is the demo. Incidents are the market: SRE on-call, venues and events, emergency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picked this idea by running 100 AI judges over 10 ideas — it won all 100 first-place votes. Open source, one command to run. WRAITH.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